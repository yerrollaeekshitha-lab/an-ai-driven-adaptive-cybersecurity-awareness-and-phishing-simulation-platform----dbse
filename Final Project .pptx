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9" r:id="rId12"/>
    <p:sldId id="400" r:id="rId13"/>
    <p:sldId id="397" r:id="rId14"/>
    <p:sldId id="401" r:id="rId15"/>
    <p:sldId id="374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103" d="100"/>
          <a:sy n="103" d="100"/>
        </p:scale>
        <p:origin x="144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25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AEAF-C99C-C52C-DB3F-41F5A3E3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34BC5-7893-BCFD-9853-1844CA06A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09040-BB34-040A-E79D-8AAF6E2F7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032A8-B7BA-9454-F034-B0D189D5D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37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73905-41D1-44BD-08E4-1154131E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7BD7A-7EE0-F123-C13F-3735FE469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79D24-A8D3-AA9A-77A7-B26FE4616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1A870-8984-336E-53C6-685398692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6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03-10-2026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03-10-2026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03-10-2026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03-10-2026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03-10-2026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99" y="200984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accent1"/>
                </a:solidFill>
              </a:rPr>
              <a:t>An AI-Driven Adaptive Cybersecurity Awareness and Phishing Simulation Platform 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Ms</a:t>
            </a:r>
            <a:r>
              <a:rPr lang="en-US" sz="2400" dirty="0">
                <a:solidFill>
                  <a:srgbClr val="00B050"/>
                </a:solidFill>
              </a:rPr>
              <a:t> M Usha Rani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0313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Name1:Gopireddy Susmitha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Name2: Yerrolla Eekshitha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Name3:Kota Sudheer Babu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no:2520030470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8117213"/>
              </p:ext>
            </p:extLst>
          </p:nvPr>
        </p:nvGraphicFramePr>
        <p:xfrm>
          <a:off x="838199" y="1416193"/>
          <a:ext cx="10515600" cy="251597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574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r>
                        <a:rPr lang="en-US" dirty="0"/>
                        <a:t>Gopireddy Susmitha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&amp; Phishing Simulation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Yerrolla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Eekshitha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Frontend &amp; Dashboard Development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Kota Sudheer Babu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AI/ML &amp; Adaptive Training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382"/>
            <a:ext cx="10383982" cy="4784581"/>
          </a:xfrm>
        </p:spPr>
        <p:txBody>
          <a:bodyPr>
            <a:normAutofit fontScale="925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 proposed platform uses Artificial Intelligence to improve cybersecurity awareness through safe, controlled phishing simulations.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It generates and delivers realistic training scenarios, observes user responses, and adapts future exercises according to individual risk and learning needs.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 dashboard provides awareness scores, phishing-risk indicators, training progress, and recommendations for targeted learning.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 goal is to reduce risky user behavior and build continuous security awareness without exposing real users or systems to malicious attacks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Phishing is a major social-engineering threat because attackers exploit human decisions rather than only technical vulnerabilities.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Traditional awareness programs often use the same training material for every user and may not measure whether behavior actually improves.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This project combines phishing simulation, user-behavior analysis, AI-based risk assessment, and personalized awareness training.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All simulations are designed for authorized educational use in a controlled environment.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Conventional cybersecurity awareness systems mainly provide static videos, quizzes, posters, and periodic phishing exercises.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Many solutions use fixed scenarios and do not sufficiently personalize training based on a user's previous responses.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Reporting is often limited to basic click or quiz statistics, making it difficult to identify changing risk patterns.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There is a need for a continuous, measurable, and adaptive approach to cybersecurity awareness.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Users may recognize common phishing examples but still fall for unfamiliar or highly personalized messages.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 one-size-fits-all awareness program cannot address different levels of knowledge and risk.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Organizations need a safe way to evaluate user awareness without sending real malicious content or collecting unnecessary sensitive information.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The challenge is to transform simulation results into personalized training and measurable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Develop a controlled phishing-simulation engine that creates safe training scenarios and tracks user interaction.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Use AI/ML to calculate an awareness or risk score from simulation outcomes and training performance.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Adapt the difficulty, scenario type, and learning content based on the user's previous behavior.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Provide dashboards for users and administrators with progress, trends, and recommended training.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Include safeguards such as authorized test accounts, isolated simulation links, logging controls, and no real credential collection.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Design an interactive platform for cybersecurity awareness and phishing simulation.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Identify user risk patterns from safe simulation results.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Build an AI-driven mechanism for personalized risk scoring and training recommendations.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Provide adaptive phishing scenarios with varying difficulty and attack characteristics.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Track awareness improvement through dashboards, reports, and repeated assessments.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US" sz="2800" dirty="0"/>
              <a:t>Maintain privacy and safety by using simulated content in an isolated environment.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1. User &amp; Admin Management — authentication, roles, profiles, and permissions.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2. Phishing Simulation Engine — safe email/web scenarios, templates, scheduling, and tracking.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3. AI Risk Assessment — feature extraction, risk scoring, classification, and trend analysis.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4. Adaptive Training Module — personalized lessons, quizzes, and difficulty adjustment.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5. Analytics Dashboard — click/report rates, awareness score, progress, and risk trends.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6. Reporting &amp; Monitoring — campaign summaries, recommendations, and exportable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992C-8137-F8DF-4B8D-3B6B3260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4678" y="1"/>
            <a:ext cx="2593910" cy="109327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SCREENSHOTS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52294-7CE2-EB81-CBF2-A8A3CAA5B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03-10-2026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C5B2F-FC54-6D6F-B1B6-68541E17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FC5C9-2FAA-601D-83D0-E4DA5425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DA9525D-A68C-201C-67C4-EDD91633E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CB10FB-DB56-CC54-C903-314CC2EFE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73" y="886409"/>
            <a:ext cx="11150082" cy="57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16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1F3DB-6F84-B600-E206-8BF52ED9A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E7B0-A572-D10B-0845-E0709973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5867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0070C0"/>
                </a:solidFill>
              </a:rPr>
              <a:t>FRONTEND CODE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9AF0C-0068-6B23-0EE1-CD87E626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D5E6D-EBD3-3262-74FD-CF7C529F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F866722-DA5D-F01B-8B86-6B7B286F6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318" y="1253331"/>
            <a:ext cx="5332058" cy="5239544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8870FB-E2A6-B164-D147-E073B20DD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53331"/>
            <a:ext cx="5604588" cy="523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0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Frontend: HTML, CSS, JavaScript / React.js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Backend: Python with Flask/</a:t>
            </a:r>
            <a:r>
              <a:rPr lang="en-IN" sz="2800" dirty="0" err="1"/>
              <a:t>FastAPI</a:t>
            </a:r>
            <a:r>
              <a:rPr lang="en-IN" sz="2800" dirty="0"/>
              <a:t> or Node.js with Express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AI/ML: Python, Pandas, NumPy, Scikit-learn; optional NLP model for message classification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Database: MySQL or PostgreSQL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Development Tools: VS Code, Git/GitHub, Postman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Deployment: Localhost or a controlled cloud/server environment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lang="en-IN" sz="2800" dirty="0"/>
              <a:t>Hardware: Standard laptop/PC; optional cloud VM for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68A7-C342-EEEE-90DB-0EA0D58F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AD89B-D491-5F3C-EE96-697EA80AB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5867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0070C0"/>
                </a:solidFill>
              </a:rPr>
              <a:t>SYSTEM ARCHITECTURE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7E27-7897-BFB8-BDA6-C32B83F5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94A9A-D4A1-E4DA-32B2-C5C2709B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06C7E2-98AB-4B89-ED1C-9FBF38611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19689" y="839755"/>
            <a:ext cx="7864066" cy="6018245"/>
          </a:xfrm>
        </p:spPr>
      </p:pic>
    </p:spTree>
    <p:extLst>
      <p:ext uri="{BB962C8B-B14F-4D97-AF65-F5344CB8AC3E}">
        <p14:creationId xmlns:p14="http://schemas.microsoft.com/office/powerpoint/2010/main" val="1055819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8A60F-9A92-305D-18BC-04FA84BE214D}"/>
              </a:ext>
            </a:extLst>
          </p:cNvPr>
          <p:cNvSpPr txBox="1"/>
          <p:nvPr/>
        </p:nvSpPr>
        <p:spPr>
          <a:xfrm>
            <a:off x="1672937" y="1088632"/>
            <a:ext cx="8780318" cy="5368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The proposed platform combines phishing simulation, AI-based risk assessment, and adaptive learning into one cybersecurity awareness system.</a:t>
            </a:r>
          </a:p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It can help identify weak awareness areas, personalize training, and measure improvement over time.</a:t>
            </a:r>
          </a:p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Future scope includes advanced NLP for safer scenario generation, reinforcement-learning-based adaptation, multilingual training, and integration with organizational security-awareness workflows.</a:t>
            </a:r>
          </a:p>
          <a:p>
            <a:pPr marL="457200" indent="-457200">
              <a:lnSpc>
                <a:spcPct val="103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The system can also be extended with privacy-preserving analytics and richer behavioral trends while keeping simulations isolated and authorized.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8443</TotalTime>
  <Words>859</Words>
  <Application>Microsoft Office PowerPoint</Application>
  <PresentationFormat>Widescreen</PresentationFormat>
  <Paragraphs>127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Custom Design</vt:lpstr>
      <vt:lpstr> 1st  REVIEW  An AI-Driven Adaptive Cybersecurity Awareness and Phishing Simulation Platform 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SCREENSHOTS</vt:lpstr>
      <vt:lpstr>FRONTEND CODE</vt:lpstr>
      <vt:lpstr>SOFTWARE REQUIREMENTS </vt:lpstr>
      <vt:lpstr>SYSTEM ARCHITECTURE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susmitha1982@outlook.com</cp:lastModifiedBy>
  <cp:revision>96</cp:revision>
  <dcterms:created xsi:type="dcterms:W3CDTF">2022-05-20T10:20:31Z</dcterms:created>
  <dcterms:modified xsi:type="dcterms:W3CDTF">2026-10-03T05:50:13Z</dcterms:modified>
</cp:coreProperties>
</file>